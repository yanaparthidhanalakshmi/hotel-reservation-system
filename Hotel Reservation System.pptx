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1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8D80-69FE-DED5-6117-D2DB43C97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464" y="644236"/>
            <a:ext cx="8582891" cy="3138055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Reservation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AFBE5-55D8-59B4-4B3E-CA34B6D6C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530" y="4010891"/>
            <a:ext cx="10042588" cy="1756064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by:DhanaLakshmi.Y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696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FF21-3C89-ABAD-B1CA-30E3C301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C1A45-DE05-1808-329B-4DE386099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  <a:r>
              <a:rPr lang="en-IN" dirty="0"/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console-based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Multi-Hotel Reservation                                      System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a modular, layered Java architecture.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: </a:t>
            </a:r>
            <a:r>
              <a:rPr lang="en-US" sz="2000" dirty="0">
                <a:solidFill>
                  <a:schemeClr val="tx1"/>
                </a:solidFill>
              </a:rPr>
              <a:t>The project allows users  to select a specific hotel and perform full </a:t>
            </a:r>
            <a:r>
              <a:rPr lang="en-US" sz="2000" b="1" dirty="0">
                <a:solidFill>
                  <a:schemeClr val="tx1"/>
                </a:solidFill>
              </a:rPr>
              <a:t>CRUD</a:t>
            </a:r>
            <a:r>
              <a:rPr lang="en-US" sz="2000" dirty="0">
                <a:solidFill>
                  <a:schemeClr val="tx1"/>
                </a:solidFill>
              </a:rPr>
              <a:t> operations (Create, Read, Update, Delete) on room reservations, ensuring data is filtered by the chosen hotel context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hotel selection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reservation management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tied to a unique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hotel_id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layered separation of concerns (Controller, Service, DAO).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2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A10E-03E4-62D5-7EDE-C5C5107A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668E5-C40D-C8CE-23F2-186FE28C8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          :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(JDK 8+)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           :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DataAccess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: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 (Java Database Connectivity)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Path          :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Maven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UnitTest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: JUnit</a:t>
            </a:r>
          </a:p>
          <a:p>
            <a:r>
              <a:rPr lang="en-IN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             :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BasicHashing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29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C158-28D4-92EE-C609-87E4C153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7BBC1-645C-8242-BEFC-14759CE89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Layer  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Handles user input.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      :   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business logic.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DAO Layer         :   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the database.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Layer      : 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Represents entities (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Hotel,Reservation,User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LayerUnit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/>
              <a:t>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structure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/test/java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for automated testing.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                 :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→ Controller → Service → DAO →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13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322B-7016-BBFF-1F61-B585E051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:The 3-Tier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9D97A5-D2B7-8A4D-5F09-86C5CCE1F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138017"/>
              </p:ext>
            </p:extLst>
          </p:nvPr>
        </p:nvGraphicFramePr>
        <p:xfrm>
          <a:off x="1267690" y="2265219"/>
          <a:ext cx="9872664" cy="2834640"/>
        </p:xfrm>
        <a:graphic>
          <a:graphicData uri="http://schemas.openxmlformats.org/drawingml/2006/table">
            <a:tbl>
              <a:tblPr/>
              <a:tblGrid>
                <a:gridCol w="3290888">
                  <a:extLst>
                    <a:ext uri="{9D8B030D-6E8A-4147-A177-3AD203B41FA5}">
                      <a16:colId xmlns:a16="http://schemas.microsoft.com/office/drawing/2014/main" val="1426655094"/>
                    </a:ext>
                  </a:extLst>
                </a:gridCol>
                <a:gridCol w="3290888">
                  <a:extLst>
                    <a:ext uri="{9D8B030D-6E8A-4147-A177-3AD203B41FA5}">
                      <a16:colId xmlns:a16="http://schemas.microsoft.com/office/drawing/2014/main" val="116791873"/>
                    </a:ext>
                  </a:extLst>
                </a:gridCol>
                <a:gridCol w="3290888">
                  <a:extLst>
                    <a:ext uri="{9D8B030D-6E8A-4147-A177-3AD203B41FA5}">
                      <a16:colId xmlns:a16="http://schemas.microsoft.com/office/drawing/2014/main" val="374255169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Layer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Responsibility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Key Classes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93311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1. Presentation / Controller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Google Sans Text"/>
                        </a:rPr>
                        <a:t>User I/O, Application Flow, Main Loop.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  <a:latin typeface="Google Sans Text"/>
                        </a:rPr>
                        <a:t>HotelReservationSystem.java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45533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2. Business / Service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Google Sans Text"/>
                        </a:rPr>
                        <a:t>Business Logic</a:t>
                      </a:r>
                      <a:r>
                        <a:rPr lang="en-US" sz="1800" dirty="0">
                          <a:effectLst/>
                          <a:latin typeface="Google Sans Text"/>
                        </a:rPr>
                        <a:t>, Data Validation, State Management (e.g., checking room number range).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  <a:latin typeface="Google Sans Text"/>
                        </a:rPr>
                        <a:t>AuthService.java, ReservationService.java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9524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Google Sans Text"/>
                        </a:rPr>
                        <a:t>3. Data Access / DAO</a:t>
                      </a:r>
                      <a:endParaRPr lang="en-IN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  <a:latin typeface="Google Sans Text"/>
                        </a:rPr>
                        <a:t>Database Queries (SQL), Connection Management, Data Mapping.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  <a:latin typeface="Google Sans Text"/>
                        </a:rPr>
                        <a:t>ReservationDAO.java, HotelDAO.java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899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02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D383-A2A7-8E4C-6EEB-A1E9A0DDE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Functionality and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6A9C6-F502-0C13-F39E-8922F657D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control via username and password stored in the users table.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Multi-Hotel Context: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manage bookings for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multiple, separate hotels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enforcing 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hotel_id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filter on all reservation operation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Reservation Management: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(Create, Read, Update, Delete) support for reservations.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Query-Based Retrieval: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Ability to retrieve specific booking details (like Room Number) using combined criteria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reservation_id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guest_name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498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6D77-7CA9-0D2D-C09D-1F118CFD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 (Text View)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9954DF-60F7-B0C6-48D6-7DA93A1E0A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1965960"/>
            <a:ext cx="9673937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Type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One-to-Many (1:M)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Cardinality    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hotel can have many reservations.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Defining Key  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Reservations.Hotel_id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references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Hotels.hotel_id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Hotels—(1)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has(Many) Reservations.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807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2B7D-6D7D-C124-3149-B3363F06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A65FC0-4FE5-D86B-A9D8-3FC741BB1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1" y="1735282"/>
            <a:ext cx="7834744" cy="4360718"/>
          </a:xfrm>
        </p:spPr>
      </p:pic>
    </p:spTree>
    <p:extLst>
      <p:ext uri="{BB962C8B-B14F-4D97-AF65-F5344CB8AC3E}">
        <p14:creationId xmlns:p14="http://schemas.microsoft.com/office/powerpoint/2010/main" val="246181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65DB-C1C9-0E42-4C16-51163E1E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OutPut</a:t>
            </a:r>
            <a:r>
              <a:rPr lang="en-IN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D0E4A7-B2A0-E5B5-95A9-24C696CE4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967" y="2057400"/>
            <a:ext cx="5318728" cy="4038600"/>
          </a:xfrm>
        </p:spPr>
      </p:pic>
    </p:spTree>
    <p:extLst>
      <p:ext uri="{BB962C8B-B14F-4D97-AF65-F5344CB8AC3E}">
        <p14:creationId xmlns:p14="http://schemas.microsoft.com/office/powerpoint/2010/main" val="68153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C27A59-0767-0B43-6A6B-47228E2F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980" y="989726"/>
            <a:ext cx="6751320" cy="529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84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AC6355-0E54-5443-0EE1-33516C336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46" y="1423707"/>
            <a:ext cx="8468907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78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767FAC-3464-CCA5-2B57-43F1B5516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84" y="571101"/>
            <a:ext cx="6668431" cy="537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8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E93D-0855-6E5B-0D58-0F31FBEE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OutPuts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D6FAC9-DA98-89AB-F49F-ABCB93669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6182" y="1096963"/>
            <a:ext cx="4584036" cy="46640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4D592-BBD4-8A29-2F52-135EA9EE0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option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14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4596-1469-B9DE-04D0-1A13E52A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88166F-ABAA-382C-45C0-F40FB6740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4127" y="1615440"/>
            <a:ext cx="6320748" cy="308638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108C6-F7AA-B601-EC5A-A315902D7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the reservation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549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1136-0A35-309D-CFED-617C4A6D6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Exit</a:t>
            </a:r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18D3DA-B216-E595-AD81-3817E5045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1180" y="1348740"/>
            <a:ext cx="5433695" cy="327485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33F7C-37AD-415D-0A03-DF7951C7D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We select exit option then it goes to show the available hotels after that the process is same.</a:t>
            </a:r>
          </a:p>
        </p:txBody>
      </p:sp>
    </p:spTree>
    <p:extLst>
      <p:ext uri="{BB962C8B-B14F-4D97-AF65-F5344CB8AC3E}">
        <p14:creationId xmlns:p14="http://schemas.microsoft.com/office/powerpoint/2010/main" val="659138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ED2F-2D3D-9A9F-D8B0-03EDD378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6B6B1D-87B0-D2DF-0D5B-43A2E2803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2500" y="1965960"/>
            <a:ext cx="997458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core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concepts, focusing on secure and persistent data management with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follows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Layered Design Pattern (DAO-Service-Controller)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modularity, maintenance, and clear separation of concerns.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problem-solving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techniques, including robust exception handling and database transaction management.</a:t>
            </a:r>
          </a:p>
        </p:txBody>
      </p:sp>
    </p:spTree>
    <p:extLst>
      <p:ext uri="{BB962C8B-B14F-4D97-AF65-F5344CB8AC3E}">
        <p14:creationId xmlns:p14="http://schemas.microsoft.com/office/powerpoint/2010/main" val="62075327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389</TotalTime>
  <Words>515</Words>
  <Application>Microsoft Office PowerPoint</Application>
  <PresentationFormat>Widescreen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Corbel</vt:lpstr>
      <vt:lpstr>Google Sans Text</vt:lpstr>
      <vt:lpstr>Times New Roman</vt:lpstr>
      <vt:lpstr>Wingdings</vt:lpstr>
      <vt:lpstr>Basis</vt:lpstr>
      <vt:lpstr>Hotel Reservation System</vt:lpstr>
      <vt:lpstr>Abstraction:</vt:lpstr>
      <vt:lpstr>Technology Stack</vt:lpstr>
      <vt:lpstr>Project Structure</vt:lpstr>
      <vt:lpstr>System Architecture :The 3-Tier Model</vt:lpstr>
      <vt:lpstr>Core Functionality and Features</vt:lpstr>
      <vt:lpstr>ER Diagram (Text View)</vt:lpstr>
      <vt:lpstr>ER Diagram</vt:lpstr>
      <vt:lpstr>OutPut:</vt:lpstr>
      <vt:lpstr>PowerPoint Presentation</vt:lpstr>
      <vt:lpstr>PowerPoint Presentation</vt:lpstr>
      <vt:lpstr>PowerPoint Presentation</vt:lpstr>
      <vt:lpstr>OutPuts</vt:lpstr>
      <vt:lpstr>Output:</vt:lpstr>
      <vt:lpstr>Exit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 lakshmi</dc:creator>
  <cp:lastModifiedBy>dhana lakshmi</cp:lastModifiedBy>
  <cp:revision>2</cp:revision>
  <dcterms:created xsi:type="dcterms:W3CDTF">2025-11-03T00:58:49Z</dcterms:created>
  <dcterms:modified xsi:type="dcterms:W3CDTF">2025-11-03T07:28:32Z</dcterms:modified>
</cp:coreProperties>
</file>